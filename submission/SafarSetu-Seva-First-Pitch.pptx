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FIRST INNOVATION CHALLENGE 2026  •  MAHARASHTRA ZONE  •  SUBMISSION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SafarSetu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Plan your work around the buses, metro and trains you can actually catch — with calm alerts when things change.</a:t>
            </a:r>
            <a:endParaRPr lang="en-US" sz="1200" dirty="0"/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777240"/>
            <a:ext cx="2834640" cy="1494185"/>
          </a:xfrm>
          <a:prstGeom prst="rect">
            <a:avLst/>
          </a:prstGeom>
        </p:spPr>
      </p:pic>
      <p:pic>
        <p:nvPicPr>
          <p:cNvPr id="6" name="Picture 5" descr="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86584"/>
            <a:ext cx="2834639" cy="14010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Commuters juggle several apps and learn of delays late. Google Help: no multi-stop directions for public transit. Nobody plans a working day around deadlines.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Commuters, students, seniors and visitors in Mumbai and Pune. PMPML carries ~10 lakh a day (2025); MSRTC ~50–55 lakh a day statewide (media).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Mumbai suburban rail ~68 lakh/day (CR+WR, FY2025-26). PMPML ~60 breakdowns/day (FPJ 2025). TomTom 2025: Pune 33m20s per 10 km. Baseline interviews planned.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Moovit, m-Indicator and Mumbai One give routes and tickets, not a day of timed stops. We complement agency ITMS, not replace it. Alerts rarely say what to 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~68 lakh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daily Mumbai suburban rail riders, avg. (CR+WR, FY2025-26)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Pune loses ~152 h a year in traffic (TomTom 2025); PMPML ~60 breakdowns a day (FPJ).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work-and-errands day planner: ordered stops, be-there-by times, must-do flags and a conflict list. Times every bus, metro and train leg, re-plans on delays; alerts in Marathi, Hindi, English.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Stops, be-there-by times, pace, language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Timetable routing, on-time odds, live re-plan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Leave/board times, calm alerts, shareable trip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A-to-B apps, cabs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One plan; ₹0 demo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Guess leave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Exact leave times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One mode per app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Bus, metro, rail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Single trip only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Many stops, one plan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Plans a working day around deadlines across bus, metro and rail; alerts say what to do; citizen gap reports reach authorities. No patent filed.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✔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TypeScript engine, Next.js web, Expo app. Real rail, PMPML, BEST timetables (community GTFS). Fixed on the way: tourist planner → work/errands; vague alerts.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Demo ₹0. Pilot est. ₹8.7–13.7k/month for 10,000 users ≈ ₹0.9–1.4 per user (est.; ₹90/$).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baseline interviews.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 months: agency pilot.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 months: second city. (planned)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To approach (no MoUs yet): Urban Development Dept (GoM), PMPML (CMD), BEST (GM), MMRDA, Maha-Metro, MSInS.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Beneficiaries reached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Year-1 pilot target; not a result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~₹980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cost /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est. per work day vs all-cab (model)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 per city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Jobs or livelihoods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 steward + field ambassador (planned)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Marathi/Hindi alerts, Gentle pace and late-walk warnings include seniors and women commuters; shareable live trips; gap reports reach authorities. Impact not yet measured.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Free for commuters; agencies may fund insights and gap ranking. Pilot est. ₹0.9–1.4 per user a month.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 corridor, 30 users → 5–10 sites, 300 → one depot, 3,000 → 3 cities, 30,000. A city is a data pack (GTFS + places).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Photo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Divyanshu Patil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role]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qualification]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64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34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Photo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name 2]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role]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qualification]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Photo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name 3]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role]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qualification]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9748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83464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34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Photo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name 4]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role]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qualification]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[Add: mentor / faculty guide, designation]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✔</a:t>
            </a:r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 &amp; technical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✔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a government department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Nirmala UI"/>
                <a:ea typeface="Nirmala UI"/>
                <a:cs typeface="Nirmala UI"/>
              </a:rPr>
              <a:t>✔</a:t>
            </a:r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Funding / grant support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Incubation &amp; workspace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certification or IP support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mentor and an agency pilot take us from working prototype to a one-city field pilot. Work order up to ₹10 lakh, subject to evaluation.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[Add: contact email / mobile]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